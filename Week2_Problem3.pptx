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755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356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978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01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79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47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65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94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367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25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331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8550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065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67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182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646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4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CB7AE64-F1F5-452C-8AA8-D8C3DE3AFC1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6128EDD-FD25-469F-B3B0-18B9349CA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1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48590-F193-8159-3C93-E876AB478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954704" y="355534"/>
            <a:ext cx="9755187" cy="1634039"/>
          </a:xfrm>
        </p:spPr>
        <p:txBody>
          <a:bodyPr/>
          <a:lstStyle/>
          <a:p>
            <a:r>
              <a:rPr lang="en-US" dirty="0"/>
              <a:t>It fest 2026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45491-F87D-C913-0775-300E718D5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1054780" y="1783987"/>
            <a:ext cx="9755187" cy="550333"/>
          </a:xfrm>
        </p:spPr>
        <p:txBody>
          <a:bodyPr/>
          <a:lstStyle/>
          <a:p>
            <a:r>
              <a:rPr lang="en-IN" dirty="0"/>
              <a:t>YOU ARE CORDIALLY INVITED!</a:t>
            </a:r>
          </a:p>
          <a:p>
            <a:endParaRPr lang="en-IN" dirty="0"/>
          </a:p>
          <a:p>
            <a:r>
              <a:rPr lang="en-IN" dirty="0"/>
              <a:t>Organised by DEPARTMENT OF COMPUTER SCIENCE - AMU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515C1-9142-D186-65B3-615C2E296C32}"/>
              </a:ext>
            </a:extLst>
          </p:cNvPr>
          <p:cNvSpPr txBox="1"/>
          <p:nvPr/>
        </p:nvSpPr>
        <p:spPr>
          <a:xfrm rot="21406326">
            <a:off x="514467" y="4792566"/>
            <a:ext cx="31204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Project Exhibition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QUIZ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GAMING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TECH TALKS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C5964-1DB9-0AAD-0584-377823A6C981}"/>
              </a:ext>
            </a:extLst>
          </p:cNvPr>
          <p:cNvSpPr txBox="1"/>
          <p:nvPr/>
        </p:nvSpPr>
        <p:spPr>
          <a:xfrm rot="21412583">
            <a:off x="4948518" y="4774282"/>
            <a:ext cx="266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800" b="0">
                <a:solidFill>
                  <a:srgbClr val="414644"/>
                </a:solidFill>
              </a:defRPr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All students of the Department are invited to participate.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85D6C-99E5-1D01-9DDA-5C9EED23C587}"/>
              </a:ext>
            </a:extLst>
          </p:cNvPr>
          <p:cNvSpPr txBox="1"/>
          <p:nvPr/>
        </p:nvSpPr>
        <p:spPr>
          <a:xfrm rot="21355724">
            <a:off x="8283388" y="4626026"/>
            <a:ext cx="2708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TIME:- 10:00 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VENUE:- DEPARTMENT OF COMPUTER SCIENCE</a:t>
            </a:r>
            <a:endParaRPr lang="en-IN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104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7</TotalTime>
  <Words>43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Impact</vt:lpstr>
      <vt:lpstr>Main Event</vt:lpstr>
      <vt:lpstr>It fest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fest 2026</dc:title>
  <dc:creator>CSD</dc:creator>
  <cp:lastModifiedBy>CSD</cp:lastModifiedBy>
  <cp:revision>1</cp:revision>
  <dcterms:created xsi:type="dcterms:W3CDTF">2026-08-13T10:26:57Z</dcterms:created>
  <dcterms:modified xsi:type="dcterms:W3CDTF">2026-08-13T10:34:48Z</dcterms:modified>
</cp:coreProperties>
</file>