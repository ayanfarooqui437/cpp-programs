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 LEVEL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RISING TEMPERATURE</c:v>
                </c:pt>
                <c:pt idx="1">
                  <c:v>MELTING ICE</c:v>
                </c:pt>
                <c:pt idx="2">
                  <c:v>SEA-LEVEL RISE</c:v>
                </c:pt>
                <c:pt idx="3">
                  <c:v>EXTREME WEATHER</c:v>
                </c:pt>
                <c:pt idx="4">
                  <c:v>BIODIVERSITY LOSS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80</c:v>
                </c:pt>
                <c:pt idx="2">
                  <c:v>75</c:v>
                </c:pt>
                <c:pt idx="3">
                  <c:v>85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AC-4A0A-993C-D598CE567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8076224"/>
        <c:axId val="648073928"/>
      </c:barChart>
      <c:catAx>
        <c:axId val="64807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073928"/>
        <c:crosses val="autoZero"/>
        <c:auto val="1"/>
        <c:lblAlgn val="ctr"/>
        <c:lblOffset val="100"/>
        <c:noMultiLvlLbl val="0"/>
      </c:catAx>
      <c:valAx>
        <c:axId val="648073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076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71AF35-BF24-4EC2-BF66-E5713084696B}" type="doc">
      <dgm:prSet loTypeId="urn:microsoft.com/office/officeart/2005/8/layout/vList3" loCatId="list" qsTypeId="urn:microsoft.com/office/officeart/2005/8/quickstyle/simple1" qsCatId="simple" csTypeId="urn:microsoft.com/office/officeart/2005/8/colors/accent2_2" csCatId="accent2" phldr="1"/>
      <dgm:spPr/>
    </dgm:pt>
    <dgm:pt modelId="{94744BFD-A9C2-429D-85E3-318E0E869828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PLANT MORE TREES</a:t>
          </a:r>
          <a:endParaRPr lang="en-IN" dirty="0"/>
        </a:p>
      </dgm:t>
    </dgm:pt>
    <dgm:pt modelId="{EA520DF0-1AE8-4D95-B82E-FC5A262C1443}" type="parTrans" cxnId="{8AECE4B7-65CB-43B9-8C95-F87E48584407}">
      <dgm:prSet/>
      <dgm:spPr/>
      <dgm:t>
        <a:bodyPr/>
        <a:lstStyle/>
        <a:p>
          <a:endParaRPr lang="en-IN"/>
        </a:p>
      </dgm:t>
    </dgm:pt>
    <dgm:pt modelId="{1BC7827F-A185-44D7-A0B9-775D0F310CA7}" type="sibTrans" cxnId="{8AECE4B7-65CB-43B9-8C95-F87E48584407}">
      <dgm:prSet/>
      <dgm:spPr/>
      <dgm:t>
        <a:bodyPr/>
        <a:lstStyle/>
        <a:p>
          <a:endParaRPr lang="en-IN"/>
        </a:p>
      </dgm:t>
    </dgm:pt>
    <dgm:pt modelId="{1CBBE727-F628-41DF-823C-0911E332C18A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USE RENEWABLE ENERGY</a:t>
          </a:r>
          <a:endParaRPr lang="en-IN" dirty="0"/>
        </a:p>
      </dgm:t>
    </dgm:pt>
    <dgm:pt modelId="{ABBED217-1A8F-47BB-A7D1-574989E35220}" type="parTrans" cxnId="{375220E1-CF48-42C2-8886-7164F7479053}">
      <dgm:prSet/>
      <dgm:spPr/>
      <dgm:t>
        <a:bodyPr/>
        <a:lstStyle/>
        <a:p>
          <a:endParaRPr lang="en-IN"/>
        </a:p>
      </dgm:t>
    </dgm:pt>
    <dgm:pt modelId="{3C94A469-B0F2-46BB-9720-7751BC379A59}" type="sibTrans" cxnId="{375220E1-CF48-42C2-8886-7164F7479053}">
      <dgm:prSet/>
      <dgm:spPr/>
      <dgm:t>
        <a:bodyPr/>
        <a:lstStyle/>
        <a:p>
          <a:endParaRPr lang="en-IN"/>
        </a:p>
      </dgm:t>
    </dgm:pt>
    <dgm:pt modelId="{E25224F8-B694-44C5-B824-E809B3BEC732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SAVE ELECTRICITY</a:t>
          </a:r>
          <a:endParaRPr lang="en-IN" dirty="0"/>
        </a:p>
      </dgm:t>
    </dgm:pt>
    <dgm:pt modelId="{A02E11C8-5399-4D3A-A140-4D44DA61EEEC}" type="parTrans" cxnId="{6301E144-50D1-4AF1-80FB-7792C75AC473}">
      <dgm:prSet/>
      <dgm:spPr/>
      <dgm:t>
        <a:bodyPr/>
        <a:lstStyle/>
        <a:p>
          <a:endParaRPr lang="en-IN"/>
        </a:p>
      </dgm:t>
    </dgm:pt>
    <dgm:pt modelId="{CD24990F-775B-48EA-9B87-15F40431CACC}" type="sibTrans" cxnId="{6301E144-50D1-4AF1-80FB-7792C75AC473}">
      <dgm:prSet/>
      <dgm:spPr/>
      <dgm:t>
        <a:bodyPr/>
        <a:lstStyle/>
        <a:p>
          <a:endParaRPr lang="en-IN"/>
        </a:p>
      </dgm:t>
    </dgm:pt>
    <dgm:pt modelId="{70B25224-EA7F-435A-AD34-A3C9213473D6}" type="pres">
      <dgm:prSet presAssocID="{2771AF35-BF24-4EC2-BF66-E5713084696B}" presName="linearFlow" presStyleCnt="0">
        <dgm:presLayoutVars>
          <dgm:dir/>
          <dgm:resizeHandles val="exact"/>
        </dgm:presLayoutVars>
      </dgm:prSet>
      <dgm:spPr/>
    </dgm:pt>
    <dgm:pt modelId="{FDF31B9F-6052-4D63-8162-410A044842CC}" type="pres">
      <dgm:prSet presAssocID="{94744BFD-A9C2-429D-85E3-318E0E869828}" presName="composite" presStyleCnt="0"/>
      <dgm:spPr/>
    </dgm:pt>
    <dgm:pt modelId="{F5C3B89A-2FAE-45E1-AA3A-C6780E793843}" type="pres">
      <dgm:prSet presAssocID="{94744BFD-A9C2-429D-85E3-318E0E869828}" presName="imgShp" presStyleLbl="fgImgPlace1" presStyleIdx="0" presStyleCnt="3"/>
      <dgm:spPr/>
    </dgm:pt>
    <dgm:pt modelId="{A213D1E1-2435-40BA-A82F-4214C5809613}" type="pres">
      <dgm:prSet presAssocID="{94744BFD-A9C2-429D-85E3-318E0E869828}" presName="txShp" presStyleLbl="node1" presStyleIdx="0" presStyleCnt="3">
        <dgm:presLayoutVars>
          <dgm:bulletEnabled val="1"/>
        </dgm:presLayoutVars>
      </dgm:prSet>
      <dgm:spPr/>
    </dgm:pt>
    <dgm:pt modelId="{FACD04C4-2D40-47A5-9B18-7E1E9C9BE498}" type="pres">
      <dgm:prSet presAssocID="{1BC7827F-A185-44D7-A0B9-775D0F310CA7}" presName="spacing" presStyleCnt="0"/>
      <dgm:spPr/>
    </dgm:pt>
    <dgm:pt modelId="{BAAAC29B-7FE4-4443-AF2A-ABFB7BC5B57A}" type="pres">
      <dgm:prSet presAssocID="{1CBBE727-F628-41DF-823C-0911E332C18A}" presName="composite" presStyleCnt="0"/>
      <dgm:spPr/>
    </dgm:pt>
    <dgm:pt modelId="{8A8947E1-6C6B-4421-92F7-1802AFEB717D}" type="pres">
      <dgm:prSet presAssocID="{1CBBE727-F628-41DF-823C-0911E332C18A}" presName="imgShp" presStyleLbl="fgImgPlace1" presStyleIdx="1" presStyleCnt="3"/>
      <dgm:spPr/>
    </dgm:pt>
    <dgm:pt modelId="{9AC70B6C-1041-4406-9095-4AEAC1EA3C97}" type="pres">
      <dgm:prSet presAssocID="{1CBBE727-F628-41DF-823C-0911E332C18A}" presName="txShp" presStyleLbl="node1" presStyleIdx="1" presStyleCnt="3">
        <dgm:presLayoutVars>
          <dgm:bulletEnabled val="1"/>
        </dgm:presLayoutVars>
      </dgm:prSet>
      <dgm:spPr/>
    </dgm:pt>
    <dgm:pt modelId="{AAE642F9-FFEF-4BE4-AEC9-7F17120172F9}" type="pres">
      <dgm:prSet presAssocID="{3C94A469-B0F2-46BB-9720-7751BC379A59}" presName="spacing" presStyleCnt="0"/>
      <dgm:spPr/>
    </dgm:pt>
    <dgm:pt modelId="{BCD5B3B8-44FF-4EDB-82EA-26D4F2DB65F9}" type="pres">
      <dgm:prSet presAssocID="{E25224F8-B694-44C5-B824-E809B3BEC732}" presName="composite" presStyleCnt="0"/>
      <dgm:spPr/>
    </dgm:pt>
    <dgm:pt modelId="{DD3CB200-AA8F-4ADE-A2DD-230934E91B96}" type="pres">
      <dgm:prSet presAssocID="{E25224F8-B694-44C5-B824-E809B3BEC732}" presName="imgShp" presStyleLbl="fgImgPlace1" presStyleIdx="2" presStyleCnt="3"/>
      <dgm:spPr/>
    </dgm:pt>
    <dgm:pt modelId="{24FB965B-0196-47FC-893E-2336C71765B7}" type="pres">
      <dgm:prSet presAssocID="{E25224F8-B694-44C5-B824-E809B3BEC732}" presName="txShp" presStyleLbl="node1" presStyleIdx="2" presStyleCnt="3">
        <dgm:presLayoutVars>
          <dgm:bulletEnabled val="1"/>
        </dgm:presLayoutVars>
      </dgm:prSet>
      <dgm:spPr/>
    </dgm:pt>
  </dgm:ptLst>
  <dgm:cxnLst>
    <dgm:cxn modelId="{6FD40419-2B0D-43C8-8A3F-49C64EFA880C}" type="presOf" srcId="{2771AF35-BF24-4EC2-BF66-E5713084696B}" destId="{70B25224-EA7F-435A-AD34-A3C9213473D6}" srcOrd="0" destOrd="0" presId="urn:microsoft.com/office/officeart/2005/8/layout/vList3"/>
    <dgm:cxn modelId="{C46E9A23-AE58-4029-A2DC-AB11F2BC174D}" type="presOf" srcId="{94744BFD-A9C2-429D-85E3-318E0E869828}" destId="{A213D1E1-2435-40BA-A82F-4214C5809613}" srcOrd="0" destOrd="0" presId="urn:microsoft.com/office/officeart/2005/8/layout/vList3"/>
    <dgm:cxn modelId="{6301E144-50D1-4AF1-80FB-7792C75AC473}" srcId="{2771AF35-BF24-4EC2-BF66-E5713084696B}" destId="{E25224F8-B694-44C5-B824-E809B3BEC732}" srcOrd="2" destOrd="0" parTransId="{A02E11C8-5399-4D3A-A140-4D44DA61EEEC}" sibTransId="{CD24990F-775B-48EA-9B87-15F40431CACC}"/>
    <dgm:cxn modelId="{C35DEC92-E274-4A5A-B783-4E89F0743EAD}" type="presOf" srcId="{E25224F8-B694-44C5-B824-E809B3BEC732}" destId="{24FB965B-0196-47FC-893E-2336C71765B7}" srcOrd="0" destOrd="0" presId="urn:microsoft.com/office/officeart/2005/8/layout/vList3"/>
    <dgm:cxn modelId="{8AECE4B7-65CB-43B9-8C95-F87E48584407}" srcId="{2771AF35-BF24-4EC2-BF66-E5713084696B}" destId="{94744BFD-A9C2-429D-85E3-318E0E869828}" srcOrd="0" destOrd="0" parTransId="{EA520DF0-1AE8-4D95-B82E-FC5A262C1443}" sibTransId="{1BC7827F-A185-44D7-A0B9-775D0F310CA7}"/>
    <dgm:cxn modelId="{BB923BDB-AA04-41F4-A620-1FF0BBFBE2CF}" type="presOf" srcId="{1CBBE727-F628-41DF-823C-0911E332C18A}" destId="{9AC70B6C-1041-4406-9095-4AEAC1EA3C97}" srcOrd="0" destOrd="0" presId="urn:microsoft.com/office/officeart/2005/8/layout/vList3"/>
    <dgm:cxn modelId="{375220E1-CF48-42C2-8886-7164F7479053}" srcId="{2771AF35-BF24-4EC2-BF66-E5713084696B}" destId="{1CBBE727-F628-41DF-823C-0911E332C18A}" srcOrd="1" destOrd="0" parTransId="{ABBED217-1A8F-47BB-A7D1-574989E35220}" sibTransId="{3C94A469-B0F2-46BB-9720-7751BC379A59}"/>
    <dgm:cxn modelId="{8FE4CD39-1AA1-478D-A2C0-A08DF6A4494E}" type="presParOf" srcId="{70B25224-EA7F-435A-AD34-A3C9213473D6}" destId="{FDF31B9F-6052-4D63-8162-410A044842CC}" srcOrd="0" destOrd="0" presId="urn:microsoft.com/office/officeart/2005/8/layout/vList3"/>
    <dgm:cxn modelId="{1CB9926F-F1DE-4594-950D-5A35292CDDF7}" type="presParOf" srcId="{FDF31B9F-6052-4D63-8162-410A044842CC}" destId="{F5C3B89A-2FAE-45E1-AA3A-C6780E793843}" srcOrd="0" destOrd="0" presId="urn:microsoft.com/office/officeart/2005/8/layout/vList3"/>
    <dgm:cxn modelId="{36FA5B09-C8A7-4416-96CC-9F692C260807}" type="presParOf" srcId="{FDF31B9F-6052-4D63-8162-410A044842CC}" destId="{A213D1E1-2435-40BA-A82F-4214C5809613}" srcOrd="1" destOrd="0" presId="urn:microsoft.com/office/officeart/2005/8/layout/vList3"/>
    <dgm:cxn modelId="{19F24721-5F28-4B43-9198-AB2DB9E773A7}" type="presParOf" srcId="{70B25224-EA7F-435A-AD34-A3C9213473D6}" destId="{FACD04C4-2D40-47A5-9B18-7E1E9C9BE498}" srcOrd="1" destOrd="0" presId="urn:microsoft.com/office/officeart/2005/8/layout/vList3"/>
    <dgm:cxn modelId="{7C3B9032-F26A-4862-968F-526ACDE5E282}" type="presParOf" srcId="{70B25224-EA7F-435A-AD34-A3C9213473D6}" destId="{BAAAC29B-7FE4-4443-AF2A-ABFB7BC5B57A}" srcOrd="2" destOrd="0" presId="urn:microsoft.com/office/officeart/2005/8/layout/vList3"/>
    <dgm:cxn modelId="{51DC121B-5B84-43B5-9D7F-4739210E31FB}" type="presParOf" srcId="{BAAAC29B-7FE4-4443-AF2A-ABFB7BC5B57A}" destId="{8A8947E1-6C6B-4421-92F7-1802AFEB717D}" srcOrd="0" destOrd="0" presId="urn:microsoft.com/office/officeart/2005/8/layout/vList3"/>
    <dgm:cxn modelId="{CBFB401D-0341-4AFC-9363-75B1FB9F8F39}" type="presParOf" srcId="{BAAAC29B-7FE4-4443-AF2A-ABFB7BC5B57A}" destId="{9AC70B6C-1041-4406-9095-4AEAC1EA3C97}" srcOrd="1" destOrd="0" presId="urn:microsoft.com/office/officeart/2005/8/layout/vList3"/>
    <dgm:cxn modelId="{EE11EE95-748C-4938-AC36-66C41A0CB986}" type="presParOf" srcId="{70B25224-EA7F-435A-AD34-A3C9213473D6}" destId="{AAE642F9-FFEF-4BE4-AEC9-7F17120172F9}" srcOrd="3" destOrd="0" presId="urn:microsoft.com/office/officeart/2005/8/layout/vList3"/>
    <dgm:cxn modelId="{6055BD6B-D994-4E9E-BEE0-CAC8DC976EBD}" type="presParOf" srcId="{70B25224-EA7F-435A-AD34-A3C9213473D6}" destId="{BCD5B3B8-44FF-4EDB-82EA-26D4F2DB65F9}" srcOrd="4" destOrd="0" presId="urn:microsoft.com/office/officeart/2005/8/layout/vList3"/>
    <dgm:cxn modelId="{F5519171-24C0-435D-896F-356EE3EA02CC}" type="presParOf" srcId="{BCD5B3B8-44FF-4EDB-82EA-26D4F2DB65F9}" destId="{DD3CB200-AA8F-4ADE-A2DD-230934E91B96}" srcOrd="0" destOrd="0" presId="urn:microsoft.com/office/officeart/2005/8/layout/vList3"/>
    <dgm:cxn modelId="{807D1098-C661-4617-BD15-77D78FA35D45}" type="presParOf" srcId="{BCD5B3B8-44FF-4EDB-82EA-26D4F2DB65F9}" destId="{24FB965B-0196-47FC-893E-2336C71765B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5DB252-9FBE-4DAF-A8CA-DF317581EB5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82637857-BC4D-44F1-B494-267AA5007685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SPREAD ENVIRONMENTAL AWARENESS</a:t>
          </a:r>
          <a:endParaRPr lang="en-IN" dirty="0"/>
        </a:p>
      </dgm:t>
    </dgm:pt>
    <dgm:pt modelId="{B3AA00FF-CFEF-446D-9D57-93F00D4F1BD4}" type="parTrans" cxnId="{8487D06D-6C33-4F32-9432-72189A4894CB}">
      <dgm:prSet/>
      <dgm:spPr/>
      <dgm:t>
        <a:bodyPr/>
        <a:lstStyle/>
        <a:p>
          <a:endParaRPr lang="en-IN"/>
        </a:p>
      </dgm:t>
    </dgm:pt>
    <dgm:pt modelId="{876983D9-5295-485A-BD06-99D65F9AF0ED}" type="sibTrans" cxnId="{8487D06D-6C33-4F32-9432-72189A4894CB}">
      <dgm:prSet/>
      <dgm:spPr/>
      <dgm:t>
        <a:bodyPr/>
        <a:lstStyle/>
        <a:p>
          <a:endParaRPr lang="en-IN"/>
        </a:p>
      </dgm:t>
    </dgm:pt>
    <dgm:pt modelId="{CF845489-3DEC-4A91-8456-382209686FE0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USE PUBLIC TRANSPORT &amp; CYCLING</a:t>
          </a:r>
          <a:endParaRPr lang="en-IN" dirty="0"/>
        </a:p>
      </dgm:t>
    </dgm:pt>
    <dgm:pt modelId="{3AFAFEFA-79FE-45B2-81B8-4E78190A4695}" type="parTrans" cxnId="{473976D8-6600-4133-A381-F8B08B13BC8C}">
      <dgm:prSet/>
      <dgm:spPr/>
      <dgm:t>
        <a:bodyPr/>
        <a:lstStyle/>
        <a:p>
          <a:endParaRPr lang="en-IN"/>
        </a:p>
      </dgm:t>
    </dgm:pt>
    <dgm:pt modelId="{E9B62AA7-5A07-4971-988C-26B154DAA33C}" type="sibTrans" cxnId="{473976D8-6600-4133-A381-F8B08B13BC8C}">
      <dgm:prSet/>
      <dgm:spPr/>
      <dgm:t>
        <a:bodyPr/>
        <a:lstStyle/>
        <a:p>
          <a:endParaRPr lang="en-IN"/>
        </a:p>
      </dgm:t>
    </dgm:pt>
    <dgm:pt modelId="{81095235-D7A2-4FD4-858A-A672D335AD5C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REDUCE, RECYCLE AND REUSE</a:t>
          </a:r>
          <a:endParaRPr lang="en-IN" dirty="0"/>
        </a:p>
      </dgm:t>
    </dgm:pt>
    <dgm:pt modelId="{11322753-7D0B-4A3B-8321-F4CD53664110}" type="parTrans" cxnId="{938FA3F2-6A16-47F9-ADF8-B6B6A67B8E62}">
      <dgm:prSet/>
      <dgm:spPr/>
      <dgm:t>
        <a:bodyPr/>
        <a:lstStyle/>
        <a:p>
          <a:endParaRPr lang="en-IN"/>
        </a:p>
      </dgm:t>
    </dgm:pt>
    <dgm:pt modelId="{7ADE3A6A-E63C-4EF3-884F-B9EE59BFA22A}" type="sibTrans" cxnId="{938FA3F2-6A16-47F9-ADF8-B6B6A67B8E62}">
      <dgm:prSet/>
      <dgm:spPr/>
      <dgm:t>
        <a:bodyPr/>
        <a:lstStyle/>
        <a:p>
          <a:endParaRPr lang="en-IN"/>
        </a:p>
      </dgm:t>
    </dgm:pt>
    <dgm:pt modelId="{BB6B59F4-02E4-4BBC-BAEB-D5EB722D19E8}" type="pres">
      <dgm:prSet presAssocID="{CB5DB252-9FBE-4DAF-A8CA-DF317581EB5D}" presName="linearFlow" presStyleCnt="0">
        <dgm:presLayoutVars>
          <dgm:dir/>
          <dgm:resizeHandles val="exact"/>
        </dgm:presLayoutVars>
      </dgm:prSet>
      <dgm:spPr/>
    </dgm:pt>
    <dgm:pt modelId="{B05E3564-B3AF-46DA-BF50-F687C2D635E9}" type="pres">
      <dgm:prSet presAssocID="{82637857-BC4D-44F1-B494-267AA5007685}" presName="composite" presStyleCnt="0"/>
      <dgm:spPr/>
    </dgm:pt>
    <dgm:pt modelId="{9F6FFDD1-C782-48B1-B1AF-DD7729D53261}" type="pres">
      <dgm:prSet presAssocID="{82637857-BC4D-44F1-B494-267AA5007685}" presName="imgShp" presStyleLbl="fgImgPlace1" presStyleIdx="0" presStyleCnt="3"/>
      <dgm:spPr/>
    </dgm:pt>
    <dgm:pt modelId="{4BF9D3D6-8428-47AC-A8F7-A0631A4833CF}" type="pres">
      <dgm:prSet presAssocID="{82637857-BC4D-44F1-B494-267AA5007685}" presName="txShp" presStyleLbl="node1" presStyleIdx="0" presStyleCnt="3">
        <dgm:presLayoutVars>
          <dgm:bulletEnabled val="1"/>
        </dgm:presLayoutVars>
      </dgm:prSet>
      <dgm:spPr/>
    </dgm:pt>
    <dgm:pt modelId="{20868D93-26B3-47E2-B51F-847186162648}" type="pres">
      <dgm:prSet presAssocID="{876983D9-5295-485A-BD06-99D65F9AF0ED}" presName="spacing" presStyleCnt="0"/>
      <dgm:spPr/>
    </dgm:pt>
    <dgm:pt modelId="{B7C30EFB-9ECE-4A45-8226-24A9444FC82E}" type="pres">
      <dgm:prSet presAssocID="{CF845489-3DEC-4A91-8456-382209686FE0}" presName="composite" presStyleCnt="0"/>
      <dgm:spPr/>
    </dgm:pt>
    <dgm:pt modelId="{39F6444F-B6C3-404C-96AD-415B0691A44C}" type="pres">
      <dgm:prSet presAssocID="{CF845489-3DEC-4A91-8456-382209686FE0}" presName="imgShp" presStyleLbl="fgImgPlace1" presStyleIdx="1" presStyleCnt="3"/>
      <dgm:spPr/>
    </dgm:pt>
    <dgm:pt modelId="{3E1C21AB-E7A1-47AF-8012-FC972BF8DF0E}" type="pres">
      <dgm:prSet presAssocID="{CF845489-3DEC-4A91-8456-382209686FE0}" presName="txShp" presStyleLbl="node1" presStyleIdx="1" presStyleCnt="3">
        <dgm:presLayoutVars>
          <dgm:bulletEnabled val="1"/>
        </dgm:presLayoutVars>
      </dgm:prSet>
      <dgm:spPr/>
    </dgm:pt>
    <dgm:pt modelId="{F25E65D9-147C-4041-ABE5-1C5634C0E016}" type="pres">
      <dgm:prSet presAssocID="{E9B62AA7-5A07-4971-988C-26B154DAA33C}" presName="spacing" presStyleCnt="0"/>
      <dgm:spPr/>
    </dgm:pt>
    <dgm:pt modelId="{7DC8695B-C01F-4D99-B820-6381D1562EFD}" type="pres">
      <dgm:prSet presAssocID="{81095235-D7A2-4FD4-858A-A672D335AD5C}" presName="composite" presStyleCnt="0"/>
      <dgm:spPr/>
    </dgm:pt>
    <dgm:pt modelId="{4FB1C6A5-D7FF-4B99-B027-F462B11EA9B7}" type="pres">
      <dgm:prSet presAssocID="{81095235-D7A2-4FD4-858A-A672D335AD5C}" presName="imgShp" presStyleLbl="fgImgPlace1" presStyleIdx="2" presStyleCnt="3"/>
      <dgm:spPr/>
    </dgm:pt>
    <dgm:pt modelId="{C624DEE8-3423-4947-A532-D9FD44F2CEF6}" type="pres">
      <dgm:prSet presAssocID="{81095235-D7A2-4FD4-858A-A672D335AD5C}" presName="txShp" presStyleLbl="node1" presStyleIdx="2" presStyleCnt="3">
        <dgm:presLayoutVars>
          <dgm:bulletEnabled val="1"/>
        </dgm:presLayoutVars>
      </dgm:prSet>
      <dgm:spPr/>
    </dgm:pt>
  </dgm:ptLst>
  <dgm:cxnLst>
    <dgm:cxn modelId="{C18F785B-5CB7-48A9-88D4-8BD9912C06EB}" type="presOf" srcId="{CF845489-3DEC-4A91-8456-382209686FE0}" destId="{3E1C21AB-E7A1-47AF-8012-FC972BF8DF0E}" srcOrd="0" destOrd="0" presId="urn:microsoft.com/office/officeart/2005/8/layout/vList3"/>
    <dgm:cxn modelId="{8487D06D-6C33-4F32-9432-72189A4894CB}" srcId="{CB5DB252-9FBE-4DAF-A8CA-DF317581EB5D}" destId="{82637857-BC4D-44F1-B494-267AA5007685}" srcOrd="0" destOrd="0" parTransId="{B3AA00FF-CFEF-446D-9D57-93F00D4F1BD4}" sibTransId="{876983D9-5295-485A-BD06-99D65F9AF0ED}"/>
    <dgm:cxn modelId="{D560E56D-F964-460D-8D80-B8825AE29B10}" type="presOf" srcId="{82637857-BC4D-44F1-B494-267AA5007685}" destId="{4BF9D3D6-8428-47AC-A8F7-A0631A4833CF}" srcOrd="0" destOrd="0" presId="urn:microsoft.com/office/officeart/2005/8/layout/vList3"/>
    <dgm:cxn modelId="{1A673CB3-357B-4047-AE32-64ED5B4E0CA7}" type="presOf" srcId="{81095235-D7A2-4FD4-858A-A672D335AD5C}" destId="{C624DEE8-3423-4947-A532-D9FD44F2CEF6}" srcOrd="0" destOrd="0" presId="urn:microsoft.com/office/officeart/2005/8/layout/vList3"/>
    <dgm:cxn modelId="{4AC066D2-BFB1-4844-AB48-CD6B1B994408}" type="presOf" srcId="{CB5DB252-9FBE-4DAF-A8CA-DF317581EB5D}" destId="{BB6B59F4-02E4-4BBC-BAEB-D5EB722D19E8}" srcOrd="0" destOrd="0" presId="urn:microsoft.com/office/officeart/2005/8/layout/vList3"/>
    <dgm:cxn modelId="{473976D8-6600-4133-A381-F8B08B13BC8C}" srcId="{CB5DB252-9FBE-4DAF-A8CA-DF317581EB5D}" destId="{CF845489-3DEC-4A91-8456-382209686FE0}" srcOrd="1" destOrd="0" parTransId="{3AFAFEFA-79FE-45B2-81B8-4E78190A4695}" sibTransId="{E9B62AA7-5A07-4971-988C-26B154DAA33C}"/>
    <dgm:cxn modelId="{938FA3F2-6A16-47F9-ADF8-B6B6A67B8E62}" srcId="{CB5DB252-9FBE-4DAF-A8CA-DF317581EB5D}" destId="{81095235-D7A2-4FD4-858A-A672D335AD5C}" srcOrd="2" destOrd="0" parTransId="{11322753-7D0B-4A3B-8321-F4CD53664110}" sibTransId="{7ADE3A6A-E63C-4EF3-884F-B9EE59BFA22A}"/>
    <dgm:cxn modelId="{4CBADB17-7E7E-4B83-BED7-8D2D3DC3EE5C}" type="presParOf" srcId="{BB6B59F4-02E4-4BBC-BAEB-D5EB722D19E8}" destId="{B05E3564-B3AF-46DA-BF50-F687C2D635E9}" srcOrd="0" destOrd="0" presId="urn:microsoft.com/office/officeart/2005/8/layout/vList3"/>
    <dgm:cxn modelId="{7F61FC81-1509-49C2-AC1C-0EC59A48E09C}" type="presParOf" srcId="{B05E3564-B3AF-46DA-BF50-F687C2D635E9}" destId="{9F6FFDD1-C782-48B1-B1AF-DD7729D53261}" srcOrd="0" destOrd="0" presId="urn:microsoft.com/office/officeart/2005/8/layout/vList3"/>
    <dgm:cxn modelId="{E2D9AA12-8F84-4740-B9EA-78F7A6F49F9F}" type="presParOf" srcId="{B05E3564-B3AF-46DA-BF50-F687C2D635E9}" destId="{4BF9D3D6-8428-47AC-A8F7-A0631A4833CF}" srcOrd="1" destOrd="0" presId="urn:microsoft.com/office/officeart/2005/8/layout/vList3"/>
    <dgm:cxn modelId="{9873F360-D1AA-48B3-84AD-223DE9A33F29}" type="presParOf" srcId="{BB6B59F4-02E4-4BBC-BAEB-D5EB722D19E8}" destId="{20868D93-26B3-47E2-B51F-847186162648}" srcOrd="1" destOrd="0" presId="urn:microsoft.com/office/officeart/2005/8/layout/vList3"/>
    <dgm:cxn modelId="{688BA9D8-E2BD-4211-A959-73E97568CB58}" type="presParOf" srcId="{BB6B59F4-02E4-4BBC-BAEB-D5EB722D19E8}" destId="{B7C30EFB-9ECE-4A45-8226-24A9444FC82E}" srcOrd="2" destOrd="0" presId="urn:microsoft.com/office/officeart/2005/8/layout/vList3"/>
    <dgm:cxn modelId="{B0EE4729-B59B-4077-AE9B-B30010025524}" type="presParOf" srcId="{B7C30EFB-9ECE-4A45-8226-24A9444FC82E}" destId="{39F6444F-B6C3-404C-96AD-415B0691A44C}" srcOrd="0" destOrd="0" presId="urn:microsoft.com/office/officeart/2005/8/layout/vList3"/>
    <dgm:cxn modelId="{03C07EEF-8052-4F3C-B37C-1C01711CEFA2}" type="presParOf" srcId="{B7C30EFB-9ECE-4A45-8226-24A9444FC82E}" destId="{3E1C21AB-E7A1-47AF-8012-FC972BF8DF0E}" srcOrd="1" destOrd="0" presId="urn:microsoft.com/office/officeart/2005/8/layout/vList3"/>
    <dgm:cxn modelId="{C6B885D7-A4D5-4B73-9E2D-7D22E85C8F78}" type="presParOf" srcId="{BB6B59F4-02E4-4BBC-BAEB-D5EB722D19E8}" destId="{F25E65D9-147C-4041-ABE5-1C5634C0E016}" srcOrd="3" destOrd="0" presId="urn:microsoft.com/office/officeart/2005/8/layout/vList3"/>
    <dgm:cxn modelId="{E7FCDD53-6D24-4D8B-8059-C0FF0EBDD44D}" type="presParOf" srcId="{BB6B59F4-02E4-4BBC-BAEB-D5EB722D19E8}" destId="{7DC8695B-C01F-4D99-B820-6381D1562EFD}" srcOrd="4" destOrd="0" presId="urn:microsoft.com/office/officeart/2005/8/layout/vList3"/>
    <dgm:cxn modelId="{6A3B16E6-3681-4FB3-8C52-DAD9F2DFCEAB}" type="presParOf" srcId="{7DC8695B-C01F-4D99-B820-6381D1562EFD}" destId="{4FB1C6A5-D7FF-4B99-B027-F462B11EA9B7}" srcOrd="0" destOrd="0" presId="urn:microsoft.com/office/officeart/2005/8/layout/vList3"/>
    <dgm:cxn modelId="{65CCE8D4-7C26-4C14-93F4-FD740E231D59}" type="presParOf" srcId="{7DC8695B-C01F-4D99-B820-6381D1562EFD}" destId="{C624DEE8-3423-4947-A532-D9FD44F2CEF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3D1E1-2435-40BA-A82F-4214C5809613}">
      <dsp:nvSpPr>
        <dsp:cNvPr id="0" name=""/>
        <dsp:cNvSpPr/>
      </dsp:nvSpPr>
      <dsp:spPr>
        <a:xfrm rot="10800000">
          <a:off x="939946" y="339"/>
          <a:ext cx="3126439" cy="609840"/>
        </a:xfrm>
        <a:prstGeom prst="homePlate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92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PLANT MORE TREES</a:t>
          </a:r>
          <a:endParaRPr lang="en-IN" sz="1500" kern="1200" dirty="0"/>
        </a:p>
      </dsp:txBody>
      <dsp:txXfrm rot="10800000">
        <a:off x="1092406" y="339"/>
        <a:ext cx="2973979" cy="609840"/>
      </dsp:txXfrm>
    </dsp:sp>
    <dsp:sp modelId="{F5C3B89A-2FAE-45E1-AA3A-C6780E793843}">
      <dsp:nvSpPr>
        <dsp:cNvPr id="0" name=""/>
        <dsp:cNvSpPr/>
      </dsp:nvSpPr>
      <dsp:spPr>
        <a:xfrm>
          <a:off x="635026" y="339"/>
          <a:ext cx="609840" cy="609840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70B6C-1041-4406-9095-4AEAC1EA3C97}">
      <dsp:nvSpPr>
        <dsp:cNvPr id="0" name=""/>
        <dsp:cNvSpPr/>
      </dsp:nvSpPr>
      <dsp:spPr>
        <a:xfrm rot="10800000">
          <a:off x="939946" y="792222"/>
          <a:ext cx="3126439" cy="609840"/>
        </a:xfrm>
        <a:prstGeom prst="homePlate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92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 RENEWABLE ENERGY</a:t>
          </a:r>
          <a:endParaRPr lang="en-IN" sz="1500" kern="1200" dirty="0"/>
        </a:p>
      </dsp:txBody>
      <dsp:txXfrm rot="10800000">
        <a:off x="1092406" y="792222"/>
        <a:ext cx="2973979" cy="609840"/>
      </dsp:txXfrm>
    </dsp:sp>
    <dsp:sp modelId="{8A8947E1-6C6B-4421-92F7-1802AFEB717D}">
      <dsp:nvSpPr>
        <dsp:cNvPr id="0" name=""/>
        <dsp:cNvSpPr/>
      </dsp:nvSpPr>
      <dsp:spPr>
        <a:xfrm>
          <a:off x="635026" y="792222"/>
          <a:ext cx="609840" cy="609840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FB965B-0196-47FC-893E-2336C71765B7}">
      <dsp:nvSpPr>
        <dsp:cNvPr id="0" name=""/>
        <dsp:cNvSpPr/>
      </dsp:nvSpPr>
      <dsp:spPr>
        <a:xfrm rot="10800000">
          <a:off x="939946" y="1584104"/>
          <a:ext cx="3126439" cy="609840"/>
        </a:xfrm>
        <a:prstGeom prst="homePlate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8923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SAVE ELECTRICITY</a:t>
          </a:r>
          <a:endParaRPr lang="en-IN" sz="1500" kern="1200" dirty="0"/>
        </a:p>
      </dsp:txBody>
      <dsp:txXfrm rot="10800000">
        <a:off x="1092406" y="1584104"/>
        <a:ext cx="2973979" cy="609840"/>
      </dsp:txXfrm>
    </dsp:sp>
    <dsp:sp modelId="{DD3CB200-AA8F-4ADE-A2DD-230934E91B96}">
      <dsp:nvSpPr>
        <dsp:cNvPr id="0" name=""/>
        <dsp:cNvSpPr/>
      </dsp:nvSpPr>
      <dsp:spPr>
        <a:xfrm>
          <a:off x="635026" y="1584104"/>
          <a:ext cx="609840" cy="609840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9D3D6-8428-47AC-A8F7-A0631A4833CF}">
      <dsp:nvSpPr>
        <dsp:cNvPr id="0" name=""/>
        <dsp:cNvSpPr/>
      </dsp:nvSpPr>
      <dsp:spPr>
        <a:xfrm rot="10800000">
          <a:off x="910784" y="634"/>
          <a:ext cx="3039386" cy="580898"/>
        </a:xfrm>
        <a:prstGeom prst="homePlate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6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SPREAD ENVIRONMENTAL AWARENESS</a:t>
          </a:r>
          <a:endParaRPr lang="en-IN" sz="1500" kern="1200" dirty="0"/>
        </a:p>
      </dsp:txBody>
      <dsp:txXfrm rot="10800000">
        <a:off x="1056008" y="634"/>
        <a:ext cx="2894162" cy="580898"/>
      </dsp:txXfrm>
    </dsp:sp>
    <dsp:sp modelId="{9F6FFDD1-C782-48B1-B1AF-DD7729D53261}">
      <dsp:nvSpPr>
        <dsp:cNvPr id="0" name=""/>
        <dsp:cNvSpPr/>
      </dsp:nvSpPr>
      <dsp:spPr>
        <a:xfrm>
          <a:off x="620335" y="634"/>
          <a:ext cx="580898" cy="5808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C21AB-E7A1-47AF-8012-FC972BF8DF0E}">
      <dsp:nvSpPr>
        <dsp:cNvPr id="0" name=""/>
        <dsp:cNvSpPr/>
      </dsp:nvSpPr>
      <dsp:spPr>
        <a:xfrm rot="10800000">
          <a:off x="910784" y="754935"/>
          <a:ext cx="3039386" cy="580898"/>
        </a:xfrm>
        <a:prstGeom prst="homePlate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6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 PUBLIC TRANSPORT &amp; CYCLING</a:t>
          </a:r>
          <a:endParaRPr lang="en-IN" sz="1500" kern="1200" dirty="0"/>
        </a:p>
      </dsp:txBody>
      <dsp:txXfrm rot="10800000">
        <a:off x="1056008" y="754935"/>
        <a:ext cx="2894162" cy="580898"/>
      </dsp:txXfrm>
    </dsp:sp>
    <dsp:sp modelId="{39F6444F-B6C3-404C-96AD-415B0691A44C}">
      <dsp:nvSpPr>
        <dsp:cNvPr id="0" name=""/>
        <dsp:cNvSpPr/>
      </dsp:nvSpPr>
      <dsp:spPr>
        <a:xfrm>
          <a:off x="620335" y="754935"/>
          <a:ext cx="580898" cy="5808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4DEE8-3423-4947-A532-D9FD44F2CEF6}">
      <dsp:nvSpPr>
        <dsp:cNvPr id="0" name=""/>
        <dsp:cNvSpPr/>
      </dsp:nvSpPr>
      <dsp:spPr>
        <a:xfrm rot="10800000">
          <a:off x="910784" y="1509236"/>
          <a:ext cx="3039386" cy="580898"/>
        </a:xfrm>
        <a:prstGeom prst="homePlate">
          <a:avLst/>
        </a:prstGeom>
        <a:solidFill>
          <a:schemeClr val="accent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60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REDUCE, RECYCLE AND REUSE</a:t>
          </a:r>
          <a:endParaRPr lang="en-IN" sz="1500" kern="1200" dirty="0"/>
        </a:p>
      </dsp:txBody>
      <dsp:txXfrm rot="10800000">
        <a:off x="1056008" y="1509236"/>
        <a:ext cx="2894162" cy="580898"/>
      </dsp:txXfrm>
    </dsp:sp>
    <dsp:sp modelId="{4FB1C6A5-D7FF-4B99-B027-F462B11EA9B7}">
      <dsp:nvSpPr>
        <dsp:cNvPr id="0" name=""/>
        <dsp:cNvSpPr/>
      </dsp:nvSpPr>
      <dsp:spPr>
        <a:xfrm>
          <a:off x="620335" y="1509236"/>
          <a:ext cx="580898" cy="58089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92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26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697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4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8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62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38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0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0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1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24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B2924-3BCF-4869-B689-8D657BC8F3B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1032C66-230F-4DA3-B08E-AA193D4609B1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38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hyperlink" Target="https://science.nasa.gov/climate-change/what-is-climate-change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A140-7A36-24F7-E75D-9CEF72E51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Global warming &amp; climate change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2811D-8FD2-4747-9EDE-A3D24E954A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Causes, effects and solutions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43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4427-AB39-B4B8-D984-CA2186B2E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424995"/>
          </a:xfrm>
        </p:spPr>
        <p:txBody>
          <a:bodyPr>
            <a:normAutofit/>
          </a:bodyPr>
          <a:lstStyle/>
          <a:p>
            <a:r>
              <a:rPr lang="en-US" sz="4400" dirty="0"/>
              <a:t>What is global warming?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CA013-2C26-41F8-2BBB-693CA5B45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Global warming means the long-term increase in earth’s average temperature.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is mainly caused by increasing greenhouse gases.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Carbon dioxide is one of the major greenhouse gases.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Human activities are the primary cause of recent warming.</a:t>
            </a:r>
            <a:endParaRPr lang="en-IN" sz="1400" dirty="0"/>
          </a:p>
        </p:txBody>
      </p:sp>
      <p:pic>
        <p:nvPicPr>
          <p:cNvPr id="1026" name="Picture 2" descr="Thick Smoke Belching from Factory Chimneys Stock Photo - Image of ...">
            <a:extLst>
              <a:ext uri="{FF2B5EF4-FFF2-40B4-BE49-F238E27FC236}">
                <a16:creationId xmlns:a16="http://schemas.microsoft.com/office/drawing/2014/main" id="{7D816D46-CDC2-B434-646C-52FCE1DC2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95" y="174848"/>
            <a:ext cx="3200400" cy="213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imate change questions - Met Office">
            <a:extLst>
              <a:ext uri="{FF2B5EF4-FFF2-40B4-BE49-F238E27FC236}">
                <a16:creationId xmlns:a16="http://schemas.microsoft.com/office/drawing/2014/main" id="{545A9FEC-BE10-9792-9BB2-C79AD11B3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53" y="174848"/>
            <a:ext cx="3206379" cy="213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climate change? A really simple guide - BBC News">
            <a:extLst>
              <a:ext uri="{FF2B5EF4-FFF2-40B4-BE49-F238E27FC236}">
                <a16:creationId xmlns:a16="http://schemas.microsoft.com/office/drawing/2014/main" id="{E80B79AA-7CE9-EE6B-4B26-B1ECE2C2E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590" y="174848"/>
            <a:ext cx="3528420" cy="213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53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B05F-4EE0-295B-D4A0-327A8AADC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8803" y="434320"/>
            <a:ext cx="8637073" cy="609643"/>
          </a:xfrm>
        </p:spPr>
        <p:txBody>
          <a:bodyPr>
            <a:normAutofit/>
          </a:bodyPr>
          <a:lstStyle/>
          <a:p>
            <a:r>
              <a:rPr lang="en-US" sz="2400" dirty="0"/>
              <a:t>Major causes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A8D44-A153-31BE-6E78-026518BFE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1227" y="1433463"/>
            <a:ext cx="8637072" cy="977621"/>
          </a:xfrm>
        </p:spPr>
        <p:txBody>
          <a:bodyPr/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E884C6-BEA6-153E-D3C0-9FB2E794F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400601"/>
              </p:ext>
            </p:extLst>
          </p:nvPr>
        </p:nvGraphicFramePr>
        <p:xfrm>
          <a:off x="2538803" y="1142999"/>
          <a:ext cx="7586831" cy="42815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503717">
                  <a:extLst>
                    <a:ext uri="{9D8B030D-6E8A-4147-A177-3AD203B41FA5}">
                      <a16:colId xmlns:a16="http://schemas.microsoft.com/office/drawing/2014/main" val="2706717545"/>
                    </a:ext>
                  </a:extLst>
                </a:gridCol>
                <a:gridCol w="2503717">
                  <a:extLst>
                    <a:ext uri="{9D8B030D-6E8A-4147-A177-3AD203B41FA5}">
                      <a16:colId xmlns:a16="http://schemas.microsoft.com/office/drawing/2014/main" val="3918474953"/>
                    </a:ext>
                  </a:extLst>
                </a:gridCol>
                <a:gridCol w="2579397">
                  <a:extLst>
                    <a:ext uri="{9D8B030D-6E8A-4147-A177-3AD203B41FA5}">
                      <a16:colId xmlns:a16="http://schemas.microsoft.com/office/drawing/2014/main" val="563243693"/>
                    </a:ext>
                  </a:extLst>
                </a:gridCol>
              </a:tblGrid>
              <a:tr h="713590">
                <a:tc>
                  <a:txBody>
                    <a:bodyPr/>
                    <a:lstStyle/>
                    <a:p>
                      <a:r>
                        <a:rPr lang="en-US" dirty="0"/>
                        <a:t>CAUSE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  <a:endParaRPr lang="en-IN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161320"/>
                  </a:ext>
                </a:extLst>
              </a:tr>
              <a:tr h="713590">
                <a:tc>
                  <a:txBody>
                    <a:bodyPr/>
                    <a:lstStyle/>
                    <a:p>
                      <a:r>
                        <a:rPr lang="en-US" dirty="0"/>
                        <a:t>BURING FOSSIL FUELS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COAL, OIL , GAS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CO2 EMISSIONS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375438"/>
                  </a:ext>
                </a:extLst>
              </a:tr>
              <a:tr h="713590">
                <a:tc>
                  <a:txBody>
                    <a:bodyPr/>
                    <a:lstStyle/>
                    <a:p>
                      <a:r>
                        <a:rPr lang="en-US" dirty="0"/>
                        <a:t>DEFORESTATION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CUTTING FORESTS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CO2 ABSORPTION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089603"/>
                  </a:ext>
                </a:extLst>
              </a:tr>
              <a:tr h="713590">
                <a:tc>
                  <a:txBody>
                    <a:bodyPr/>
                    <a:lstStyle/>
                    <a:p>
                      <a:r>
                        <a:rPr lang="en-US" dirty="0"/>
                        <a:t>TRANSPORTATION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CARS, AIRCRAFT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GREENHOUSE GASES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75676"/>
                  </a:ext>
                </a:extLst>
              </a:tr>
              <a:tr h="713590">
                <a:tc>
                  <a:txBody>
                    <a:bodyPr/>
                    <a:lstStyle/>
                    <a:p>
                      <a:r>
                        <a:rPr lang="en-US" dirty="0"/>
                        <a:t>INDUSTRY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FACTORIES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 POLLUTION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316616"/>
                  </a:ext>
                </a:extLst>
              </a:tr>
              <a:tr h="713590">
                <a:tc>
                  <a:txBody>
                    <a:bodyPr/>
                    <a:lstStyle/>
                    <a:p>
                      <a:r>
                        <a:rPr lang="en-US" dirty="0"/>
                        <a:t>AGRICULTURE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LIVESTOCK, FERTILIZERS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METHANE AND OTHER EMISSIONS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614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88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74E2-BA4E-40F2-8958-F4CB89A07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3105" y="802299"/>
            <a:ext cx="8561747" cy="744114"/>
          </a:xfrm>
        </p:spPr>
        <p:txBody>
          <a:bodyPr>
            <a:normAutofit/>
          </a:bodyPr>
          <a:lstStyle/>
          <a:p>
            <a:r>
              <a:rPr lang="en-US" sz="4000" dirty="0"/>
              <a:t>EFFECTS OF CLIMATE CHANGE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35B16-54B8-D772-3EDB-1776445881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2F093DF-E420-AB8A-4313-1991001EA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574338"/>
              </p:ext>
            </p:extLst>
          </p:nvPr>
        </p:nvGraphicFramePr>
        <p:xfrm>
          <a:off x="3201894" y="1629229"/>
          <a:ext cx="6224494" cy="3395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3537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3933-CB98-AEFF-8802-9DFEC8472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3105" y="802299"/>
            <a:ext cx="8561747" cy="690326"/>
          </a:xfrm>
        </p:spPr>
        <p:txBody>
          <a:bodyPr>
            <a:normAutofit/>
          </a:bodyPr>
          <a:lstStyle/>
          <a:p>
            <a:r>
              <a:rPr lang="en-US" sz="4400" dirty="0"/>
              <a:t>SOLUTIONS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295FE-C337-E188-7ABC-DCD94E8D1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106" y="3500296"/>
            <a:ext cx="8561746" cy="977621"/>
          </a:xfrm>
        </p:spPr>
        <p:txBody>
          <a:bodyPr/>
          <a:lstStyle/>
          <a:p>
            <a:r>
              <a:rPr lang="en-US" dirty="0"/>
              <a:t> </a:t>
            </a:r>
          </a:p>
          <a:p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DC5508A-0D98-887C-39E4-6ED346B0C4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4954546"/>
              </p:ext>
            </p:extLst>
          </p:nvPr>
        </p:nvGraphicFramePr>
        <p:xfrm>
          <a:off x="1968328" y="1799491"/>
          <a:ext cx="4701413" cy="2194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1E8CFDC-FCE9-CBA3-AD97-685B39BA0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7027616"/>
              </p:ext>
            </p:extLst>
          </p:nvPr>
        </p:nvGraphicFramePr>
        <p:xfrm>
          <a:off x="6173173" y="1799491"/>
          <a:ext cx="4570506" cy="2090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13A611-F6DA-F161-C346-F76A94A76532}"/>
              </a:ext>
            </a:extLst>
          </p:cNvPr>
          <p:cNvSpPr txBox="1"/>
          <p:nvPr/>
        </p:nvSpPr>
        <p:spPr>
          <a:xfrm>
            <a:off x="2891118" y="4598894"/>
            <a:ext cx="740932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MORE ABOUT CLIMATE CHANGE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6798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53</TotalTime>
  <Words>130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Palatino Linotype</vt:lpstr>
      <vt:lpstr>Gallery</vt:lpstr>
      <vt:lpstr>Global warming &amp; climate change</vt:lpstr>
      <vt:lpstr>What is global warming?</vt:lpstr>
      <vt:lpstr>Major causes</vt:lpstr>
      <vt:lpstr>EFFECTS OF CLIMATE CHANGE</vt:lpstr>
      <vt:lpstr>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warming &amp; climate change</dc:title>
  <dc:creator>CSD</dc:creator>
  <cp:lastModifiedBy>CSD</cp:lastModifiedBy>
  <cp:revision>6</cp:revision>
  <dcterms:created xsi:type="dcterms:W3CDTF">2026-08-18T06:49:10Z</dcterms:created>
  <dcterms:modified xsi:type="dcterms:W3CDTF">2026-08-18T07:42:23Z</dcterms:modified>
</cp:coreProperties>
</file>