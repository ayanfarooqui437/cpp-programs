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158CF-5BD4-4C2E-7A99-7B8059570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B31AB-297E-5C6A-E1B0-8865513EB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B516F-7695-67ED-6B93-76DA5F96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093-F0A4-421E-80AD-477F841B671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493D7-44D2-6595-6F93-EB241B08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01705-501C-4B30-5839-C773ADD2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0C50-4418-42DC-B611-0056DCD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35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66EC-06A6-4AF4-B0E6-F571732A6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50129-E600-C6BC-334D-9B6870A92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A7430-EC1E-B674-6E3F-D373316FA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093-F0A4-421E-80AD-477F841B671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78D88-CD3F-C625-6836-19B0D06A9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A4152-BE78-AA8C-B2FD-27B9331CF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0C50-4418-42DC-B611-0056DCD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91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4A98-0283-F44C-06C3-35C4C39D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1A6FE-FB38-9B30-DAF7-A782C83C8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C94D5-05AF-5D8A-47D5-AD40C3EFC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093-F0A4-421E-80AD-477F841B671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CFB0-9FF1-381D-78C9-7828579C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9F1D5-7B11-F72C-406F-544609D0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0C50-4418-42DC-B611-0056DCD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19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6779-A86A-CBE9-1D49-9570EA30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D819A-FBE4-1E38-3B91-0EA696B2D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87C97-E4D2-78FC-E38D-CEF0559C0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C8417-9864-112A-E116-8F774131A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093-F0A4-421E-80AD-477F841B671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E81C3-0308-C2F1-F56E-6D8F345FC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26FB2-19AB-8B9B-FCA0-F9E364A2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0C50-4418-42DC-B611-0056DCD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17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9396-4FAE-A9B8-DA31-CDC55B993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E842B-C099-8A1E-11C0-4218E941C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896BE-C566-7067-E7BF-C0D85BC51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49D80B-3522-8879-A717-16C88D0D0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DFFB21-D238-D806-50AE-CE838E535F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94C449-AF13-4702-0899-A41A82F3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093-F0A4-421E-80AD-477F841B671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E54F81-0ABF-5E3A-A024-06EB1E1E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73983-3EF5-DDA3-C696-8641B94D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0C50-4418-42DC-B611-0056DCD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161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D8E53-57D1-EA37-35C1-E842145D4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E7F4-76DE-78BF-EAF2-92C83DF6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093-F0A4-421E-80AD-477F841B671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E72EA-7E9D-2F96-641C-76CE5175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5B2BF-2AF8-E635-A4B6-EEF6DA073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0C50-4418-42DC-B611-0056DCD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56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17D004-A4D5-3F83-AE4B-3A7057C24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093-F0A4-421E-80AD-477F841B671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69E31-32CA-32FD-C578-8D42985D8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7780E-1FEB-587A-5C36-95E50C2E4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0C50-4418-42DC-B611-0056DCD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82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A864C-D716-AC53-15ED-B8FDED968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364ED-836C-29DF-C6AF-53FD5FC8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2256F-C600-2DDB-DAFA-3507CCC95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98FC8-7D0F-EFBC-F214-47A953E1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093-F0A4-421E-80AD-477F841B671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5D7A4-046E-1D6C-CDB6-C84DF6654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3D684-CAD1-9D53-E5E3-DCA771E4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0C50-4418-42DC-B611-0056DCD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2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62F8-77EE-B065-ABDE-7B28D64FD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DCAD20-47F7-C2BB-E3D8-AF98354A6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94C5E-D2F9-0B6C-B3E8-A9E439F58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8DEAB-E784-55D6-16E2-AD2875DE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093-F0A4-421E-80AD-477F841B671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7E725-D213-3DB9-667B-717210E16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6F640-61A5-42AC-6AC1-1F95B185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0C50-4418-42DC-B611-0056DCD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94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751A-93A1-6910-14F5-AAF85E76E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76AD4-4428-0411-1953-CC5B392D9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C8DAA-7509-BD76-2BE5-B7EBF5DB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093-F0A4-421E-80AD-477F841B671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11C94-AE32-FAD5-C2B0-81D1C3F9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62282-5FD6-41DC-F19D-AA1C8A26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0C50-4418-42DC-B611-0056DCD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84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76BBEE-A643-CFF7-F36B-11140EF91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A76B1-A3F1-F2B4-4547-246A22E74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F353F-6D28-7EA7-36E8-51D0EA10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093-F0A4-421E-80AD-477F841B671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D37D2-191A-DAB7-3E51-DFB98F7E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358BF-E844-CD21-36F7-204EEB20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10C50-4418-42DC-B611-0056DCD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68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77C46-DC90-3CCF-C4F6-C750F8246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4CA83-913D-1F89-803D-20CFBE557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06CF4-B087-333E-FE43-8DAC1C80B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D0093-F0A4-421E-80AD-477F841B671B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756DE-821A-E4E5-35C4-7213B3AC6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08073-12CD-8A3B-1648-835693568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10C50-4418-42DC-B611-0056DCD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7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0595-6EA4-5057-5826-C46620A88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2DB28-426E-61B2-727F-35D77A53AF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15197-14DA-0283-549E-0C9277FAE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329" y="0"/>
            <a:ext cx="720314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5E1F6E-9E06-4D07-A101-346A0AE1159B}"/>
              </a:ext>
            </a:extLst>
          </p:cNvPr>
          <p:cNvSpPr/>
          <p:nvPr/>
        </p:nvSpPr>
        <p:spPr>
          <a:xfrm>
            <a:off x="-44265" y="0"/>
            <a:ext cx="5167594" cy="68580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21092-5681-0937-23F8-1B2E920134DF}"/>
              </a:ext>
            </a:extLst>
          </p:cNvPr>
          <p:cNvSpPr txBox="1"/>
          <p:nvPr/>
        </p:nvSpPr>
        <p:spPr>
          <a:xfrm>
            <a:off x="228600" y="430306"/>
            <a:ext cx="4666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ALIGARH MUSLIM UNIVERSITY (AMU) </a:t>
            </a:r>
          </a:p>
          <a:p>
            <a:pPr algn="ctr"/>
            <a:r>
              <a:rPr lang="en-US" i="1" dirty="0"/>
              <a:t>ANNUAL MAGAZINE (2026-27)</a:t>
            </a:r>
            <a:endParaRPr lang="en-IN" i="1" dirty="0"/>
          </a:p>
        </p:txBody>
      </p:sp>
      <p:pic>
        <p:nvPicPr>
          <p:cNvPr id="1026" name="Picture 2" descr="Download Aligarh Muslim University Icon Logo Vector &amp; PNG">
            <a:extLst>
              <a:ext uri="{FF2B5EF4-FFF2-40B4-BE49-F238E27FC236}">
                <a16:creationId xmlns:a16="http://schemas.microsoft.com/office/drawing/2014/main" id="{846ACB10-923F-D327-9DF8-01867C808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089" y="1966913"/>
            <a:ext cx="23431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F8C16F-2FDA-DC56-C051-E07B9434BC66}"/>
              </a:ext>
            </a:extLst>
          </p:cNvPr>
          <p:cNvSpPr txBox="1"/>
          <p:nvPr/>
        </p:nvSpPr>
        <p:spPr>
          <a:xfrm>
            <a:off x="803179" y="4400239"/>
            <a:ext cx="3536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Taught man what he knew not</a:t>
            </a:r>
            <a:endParaRPr lang="en-IN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18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CSD</dc:creator>
  <cp:lastModifiedBy>CSD</cp:lastModifiedBy>
  <cp:revision>4</cp:revision>
  <dcterms:created xsi:type="dcterms:W3CDTF">2026-08-13T09:49:08Z</dcterms:created>
  <dcterms:modified xsi:type="dcterms:W3CDTF">2026-08-13T10:19:35Z</dcterms:modified>
</cp:coreProperties>
</file>