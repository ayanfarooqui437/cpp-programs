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078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89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56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92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2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00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06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10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786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8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1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CB66DE4-C2CF-4BD5-96F8-DFB36EED1AC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ABA82CE-78D2-4A98-8DCB-83545ACA998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35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C607-F18F-456E-A019-8562BEF2F7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Greeting card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D7F94-5DEC-8744-BD9A-05506A0F4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5255972"/>
            <a:ext cx="3200400" cy="146304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Wishing you happiness, peace and joy.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Warm wishes for a wonderful season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1028" name="Picture 4" descr="Aligarh Muslim University: Admission 2026, Courses, Fees, Placements ...">
            <a:extLst>
              <a:ext uri="{FF2B5EF4-FFF2-40B4-BE49-F238E27FC236}">
                <a16:creationId xmlns:a16="http://schemas.microsoft.com/office/drawing/2014/main" id="{55AF5826-570A-464E-6124-D79147324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3267636"/>
            <a:ext cx="5171736" cy="491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4188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</TotalTime>
  <Words>16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Tw Cen MT</vt:lpstr>
      <vt:lpstr>Tw Cen MT Condensed</vt:lpstr>
      <vt:lpstr>Wingdings 3</vt:lpstr>
      <vt:lpstr>Integral</vt:lpstr>
      <vt:lpstr>Greeting card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Greeting card</dc:title>
  <dc:creator>CSD</dc:creator>
  <cp:lastModifiedBy>CSD</cp:lastModifiedBy>
  <cp:revision>4</cp:revision>
  <dcterms:created xsi:type="dcterms:W3CDTF">2026-08-13T10:21:03Z</dcterms:created>
  <dcterms:modified xsi:type="dcterms:W3CDTF">2026-08-13T10:35:10Z</dcterms:modified>
</cp:coreProperties>
</file>