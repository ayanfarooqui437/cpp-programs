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IN"/>
              <a:t>AI Adoption Trend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964134721029609"/>
          <c:y val="0.22010243393101461"/>
          <c:w val="0.88843905027741277"/>
          <c:h val="0.5448970405472972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40</c:v>
                </c:pt>
                <c:pt idx="2">
                  <c:v>55</c:v>
                </c:pt>
                <c:pt idx="3">
                  <c:v>70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81-4E72-A11C-A5A83B332B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02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40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96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6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3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34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29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29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48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27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28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877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831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266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26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21F70B-F5EE-40D6-AD0F-54462C10504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2D6516-0027-4F21-BADF-3AB112E06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1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ritannica.com/technology/artificial-intelligenc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75E0-16F0-E3CE-EC5A-3513927F9D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DB33F-0471-6F9D-E319-FE2A42C48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 to the Future of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30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A63F-D76B-F5CD-1123-F383C6619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153" y="138674"/>
            <a:ext cx="9144000" cy="2387600"/>
          </a:xfrm>
        </p:spPr>
        <p:txBody>
          <a:bodyPr>
            <a:normAutofit/>
          </a:bodyPr>
          <a:lstStyle/>
          <a:p>
            <a:pPr algn="l" fontAlgn="base"/>
            <a:r>
              <a:rPr lang="en-US" sz="2000" b="1" i="1" dirty="0">
                <a:solidFill>
                  <a:srgbClr val="4A4A4A"/>
                </a:solidFill>
                <a:effectLst/>
                <a:latin typeface="Palatino Linotype" panose="02040502050505030304" pitchFamily="18" charset="0"/>
              </a:rPr>
              <a:t>What is Artificial Intelligence (AI)?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47FB5-B392-DAD2-82D1-2952A735C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238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8000" b="1" i="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was a Computer scientist in the United States of America.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8000" b="1" i="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aims to make the life of human beings more convenient.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8000" b="1" i="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very few chances of occurrence of error by using AI.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8000" b="1" i="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work according to the commands given in form of programs.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8000" b="1" i="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programming language is widely used for AI at present.</a:t>
            </a:r>
            <a:br>
              <a:rPr lang="en-US" sz="2400" b="0" i="0" dirty="0">
                <a:solidFill>
                  <a:srgbClr val="4A4A4A"/>
                </a:solidFill>
                <a:effectLst/>
                <a:latin typeface="Poppins" panose="020B0502040204020203" pitchFamily="2" charset="0"/>
              </a:rPr>
            </a:br>
            <a:br>
              <a:rPr lang="en-US" sz="2400" b="0" i="0" dirty="0">
                <a:solidFill>
                  <a:srgbClr val="4A4A4A"/>
                </a:solidFill>
                <a:effectLst/>
                <a:latin typeface="Poppins" panose="020B0502040204020203" pitchFamily="2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10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D5DE-EB96-20A6-CF75-25F9C731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7AFE-50EB-54C5-9635-D5309A97E8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Healthcare</a:t>
            </a:r>
          </a:p>
          <a:p>
            <a:r>
              <a:rPr lang="en-IN" dirty="0"/>
              <a:t>Education</a:t>
            </a:r>
          </a:p>
          <a:p>
            <a:r>
              <a:rPr lang="en-IN" dirty="0"/>
              <a:t>Finance</a:t>
            </a:r>
          </a:p>
          <a:p>
            <a:r>
              <a:rPr lang="en-IN" dirty="0"/>
              <a:t>Transport</a:t>
            </a:r>
          </a:p>
          <a:p>
            <a:r>
              <a:rPr lang="en-IN" dirty="0"/>
              <a:t>Communication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3C3A5-F6D9-744B-E511-FE77F76C75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Disease Detection</a:t>
            </a:r>
          </a:p>
          <a:p>
            <a:r>
              <a:rPr lang="en-IN" dirty="0"/>
              <a:t>Personalized Learning</a:t>
            </a:r>
          </a:p>
          <a:p>
            <a:r>
              <a:rPr lang="en-IN" dirty="0"/>
              <a:t>Fraud Detection</a:t>
            </a:r>
          </a:p>
          <a:p>
            <a:r>
              <a:rPr lang="en-IN" dirty="0"/>
              <a:t>Autonomous Vehicles</a:t>
            </a:r>
          </a:p>
          <a:p>
            <a:r>
              <a:rPr lang="en-IN" dirty="0"/>
              <a:t>Chatbots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03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1D50-1652-EED8-B754-849B13E16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8C3BA-F819-E565-5D7E-FEB849732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08E4D4-37C3-DD5F-6839-75C21EA0F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408859"/>
              </p:ext>
            </p:extLst>
          </p:nvPr>
        </p:nvGraphicFramePr>
        <p:xfrm>
          <a:off x="2788023" y="1871132"/>
          <a:ext cx="6615953" cy="333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436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8D83-ED4C-BF3C-E25B-2DB20260D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862601"/>
            <a:ext cx="6815669" cy="1515533"/>
          </a:xfrm>
        </p:spPr>
        <p:txBody>
          <a:bodyPr/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73352-88D7-2DAF-EA53-DE7D07A79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2568386"/>
            <a:ext cx="6815669" cy="1320802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1400"/>
              </a:spcAft>
              <a:defRPr sz="2200"/>
            </a:pPr>
            <a:r>
              <a:rPr lang="en-US" sz="6400" dirty="0"/>
              <a:t>AI is transforming modern technology.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6400" dirty="0"/>
              <a:t>It is being used across different industries.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6400" dirty="0"/>
              <a:t>Data plays an important role in AI.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6400" dirty="0"/>
              <a:t>Responsible use of AI is essential.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6400" dirty="0"/>
              <a:t>AI will continue to influence the future.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4BE46-1208-B272-D9FA-834364118A91}"/>
              </a:ext>
            </a:extLst>
          </p:cNvPr>
          <p:cNvSpPr txBox="1"/>
          <p:nvPr/>
        </p:nvSpPr>
        <p:spPr>
          <a:xfrm>
            <a:off x="4182035" y="4854388"/>
            <a:ext cx="43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Learn more about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022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</TotalTime>
  <Words>145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Garamond</vt:lpstr>
      <vt:lpstr>Palatino Linotype</vt:lpstr>
      <vt:lpstr>Poppins</vt:lpstr>
      <vt:lpstr>Times New Roman</vt:lpstr>
      <vt:lpstr>Organic</vt:lpstr>
      <vt:lpstr>Artificial Intelligence</vt:lpstr>
      <vt:lpstr>What is Artificial Intelligence (AI)?</vt:lpstr>
      <vt:lpstr>Applications of AI</vt:lpstr>
      <vt:lpstr> 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Artificial Intelligence (AI)?</dc:title>
  <dc:creator>CSD</dc:creator>
  <cp:lastModifiedBy>CSD</cp:lastModifiedBy>
  <cp:revision>8</cp:revision>
  <dcterms:created xsi:type="dcterms:W3CDTF">2026-08-13T10:05:17Z</dcterms:created>
  <dcterms:modified xsi:type="dcterms:W3CDTF">2026-08-18T07:49:21Z</dcterms:modified>
</cp:coreProperties>
</file>